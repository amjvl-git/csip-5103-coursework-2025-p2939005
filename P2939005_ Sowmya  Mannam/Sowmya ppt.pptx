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  <p:embeddedFont>
      <p:font typeface="Manrop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3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77264"/>
            <a:ext cx="97283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Fashion-MNIST Image Classification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3712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SOWMYA Mannam • ID: P2939005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9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3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69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5046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study explores Artificial Neural Networks (ANNs) and Convolutional Neural Networks (CNNs) for image classification using the Fashion-MNIST dataset.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dataset contains 28x28 grayscale images of ten different fashion items, providing an ideal testbed for comparing neural architectures.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69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5046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can we accurately classify fashion items from low-resolution images? Which neural network architecture performs better for this visual recognition task?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goal: develop high-accuracy models that distinguish between visually similar clothing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&amp; Goals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Development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and train both ANN and CNN architectures for Fashion-MNIST classification.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34404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Comparison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Evaluate and compare accuracy between different neural network approaches.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3402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Optimization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 improvements using dropout layers and data augmentation techniques.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3793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Accuracy Achievement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Achieve maximum classification accuracy on unseen test data across all fashion categories.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35" y="581144"/>
            <a:ext cx="6364724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&amp; Approach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35" y="1664256"/>
            <a:ext cx="1056799" cy="1268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07870" y="1875592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Loading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007870" y="2332553"/>
            <a:ext cx="1188279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Fashion-MNIST dataset preparation and splitting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35" y="2932390"/>
            <a:ext cx="1056799" cy="12681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07870" y="3143726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Definition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2007870" y="3600688"/>
            <a:ext cx="1188279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 and CNN architecture design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35" y="4200525"/>
            <a:ext cx="1056799" cy="12681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07870" y="4411861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Process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2007870" y="4868823"/>
            <a:ext cx="1188279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Adam optimizer with cross-entropy loss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35" y="5468660"/>
            <a:ext cx="1056799" cy="12681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07870" y="5679996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2007870" y="6136957"/>
            <a:ext cx="1188279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Testing and performance comparison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39735" y="6974562"/>
            <a:ext cx="13150929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 &amp; Techniques: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PyTorch framework, Adam optimizer (learning rate: 0.001), CrossEntropyLoss function, data augmentation (horizontal flips, rotations), dropout regularization (0.5 rate).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09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Model Inputs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0483"/>
            <a:ext cx="31858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Fashion-MNIST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549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28x28 grayscale images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971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fashion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393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Training, validation, and test splits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9815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augmentation applied to improved models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846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Parameters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3791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Learning rate: 0.001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8213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Dropout rate: 0.5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2635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Initial training: 10 epochs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7057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models: 15 epochs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598289"/>
            <a:ext cx="5439013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Architectures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1405" y="1713190"/>
            <a:ext cx="13107591" cy="2641163"/>
          </a:xfrm>
          <a:prstGeom prst="roundRect">
            <a:avLst>
              <a:gd name="adj" fmla="val 7414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1885" y="1743670"/>
            <a:ext cx="870228" cy="2580203"/>
          </a:xfrm>
          <a:prstGeom prst="roundRect">
            <a:avLst>
              <a:gd name="adj" fmla="val 182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013" y="2870597"/>
            <a:ext cx="326231" cy="3262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9640" y="1961198"/>
            <a:ext cx="3145155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Neural Network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879640" y="2431613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Structure:</a:t>
            </a: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Three linear layers processing flattened 784-feature input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9640" y="2910126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Hidden layers: 128 and 64 neurons with ReLU activation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9640" y="3334226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Output layer: 10 neurons for classification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79640" y="3758327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version adds 0.5 dropout after second hidden layer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61405" y="4571881"/>
            <a:ext cx="13107591" cy="3065264"/>
          </a:xfrm>
          <a:prstGeom prst="roundRect">
            <a:avLst>
              <a:gd name="adj" fmla="val 6388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91885" y="4602361"/>
            <a:ext cx="870228" cy="3004304"/>
          </a:xfrm>
          <a:prstGeom prst="roundRect">
            <a:avLst>
              <a:gd name="adj" fmla="val 182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013" y="5941338"/>
            <a:ext cx="326231" cy="3262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9640" y="4819888"/>
            <a:ext cx="384214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Neural Network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879640" y="5290304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Structure:</a:t>
            </a: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Two convolutional layers with max pooling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879640" y="5768816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 layers: 32 and 64 channels with 3x3 kernels, ReLU activation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79640" y="6192917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pooling reduces feature map dimensions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879640" y="6617018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Flatten layer feeds into fully connected classifier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879640" y="7041118"/>
            <a:ext cx="1174134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Enhanced version includes sequential blocks and 0.5 dropout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3827"/>
            <a:ext cx="61025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958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86.85%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ANN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4179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 feedforward network 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90.41%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8417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Convolutional architecture outperforms ANN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86.33%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ANN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8417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Dropout regularization applied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3195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91.36%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CNN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84179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performance achieve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8227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4708"/>
            <a:ext cx="5685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&amp; Insights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37115"/>
            <a:ext cx="4196358" cy="3136702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2871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Superiority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61968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Convolutional architectures consistently outperformed feedforward networks, demonstrating the power of spatial feature extraction for image classification tasks.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637115"/>
            <a:ext cx="4196358" cy="3136702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51396" y="2871549"/>
            <a:ext cx="2994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Patterns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361968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excelled at distinguishing items like trousers, sandals, and bags. Visually similar classes (T-shirt/top, Pullover, Shirt) showed higher confusion rates.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637115"/>
            <a:ext cx="4196358" cy="3136702"/>
          </a:xfrm>
          <a:prstGeom prst="roundRect">
            <a:avLst>
              <a:gd name="adj" fmla="val 65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4568" y="2871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Impact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361968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augmentation and dropout layers enhanced CNN generalization, reducing misclassifications of similar fashion items. The Improved CNN achieved 91.36% accuracy.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0289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Challenge: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Separating visually similar clothing categories required sophisticated feature extraction capabilities that CNNs provide through convolutional layers.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2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17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Achievements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462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Successfully developed and compared ANN and CNN architectures for Fashion-MNIST classification, with the </a:t>
            </a:r>
            <a:r>
              <a:rPr lang="en-US" sz="17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CNN achieving 91.36% test accuracy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12250"/>
            <a:ext cx="30143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Insights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067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Convolutional architectures excel at image classification tasks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489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augmentation and dropout improve model generalization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911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Spatial feature extraction is crucial for visual recognition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333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Confusion matrices reveal classification strengths and weaknesses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513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work validates CNNs as the superior choice for fashion item classification and provides a foundation for more complex visual recognition systems.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Directions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196352"/>
            <a:ext cx="3224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Architectures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 ResNet, VGG, or EfficientNet for potentially higher accuracy on Fashion-MNIST.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Learning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 pre-trained models to leverage knowledge from larger image datasets.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 multiple models to improve classification of visually similar items.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5338763"/>
            <a:ext cx="30597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Application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Extend methodology to color images and more complex fashion datasets.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7944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3350" dirty="0"/>
          </a:p>
        </p:txBody>
      </p:sp>
      <p:sp>
        <p:nvSpPr>
          <p:cNvPr id="3" name="Text 1"/>
          <p:cNvSpPr/>
          <p:nvPr/>
        </p:nvSpPr>
        <p:spPr>
          <a:xfrm>
            <a:off x="793790" y="517802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632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</vt:lpstr>
      <vt:lpstr>Arial</vt:lpstr>
      <vt:lpstr>Inter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Jahnavi Kodi</cp:lastModifiedBy>
  <cp:revision>2</cp:revision>
  <dcterms:created xsi:type="dcterms:W3CDTF">2025-11-02T16:43:25Z</dcterms:created>
  <dcterms:modified xsi:type="dcterms:W3CDTF">2025-11-04T10:46:58Z</dcterms:modified>
</cp:coreProperties>
</file>